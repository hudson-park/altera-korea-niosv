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4B9CB-60CF-9852-C2D6-67B5E3E33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ADBDBF-B842-71A5-9563-4A5C36CC7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C5797-1C5F-2905-A813-04E0021B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48CF-65CF-4EBA-809B-BEA15212FA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116A42-7A7F-DF18-91A0-AD7559D4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7AB6BF-4D1B-3D9D-70CE-8182FF8E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DB2A-187C-49EA-BD88-848B079C6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79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E0495-73B4-0479-C7BB-FBF81F3CC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9414E3-B77B-DA34-EF4C-473A0D9F5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915AA9-97B6-A33C-BC6D-5241ED089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48CF-65CF-4EBA-809B-BEA15212FA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7E7E14-2599-F1E0-4CCF-375AD3F1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19D481-294B-55D4-1006-718C5CD9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DB2A-187C-49EA-BD88-848B079C6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73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850E5-4BB2-9AD2-5853-2605966A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BC6100-4967-765A-F3CF-C4F30A9C3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3BB8B4-4230-B43D-F602-52B281A3B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48CF-65CF-4EBA-809B-BEA15212FA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09EFC-5642-ED04-2EC1-D95F35F65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B3AFC8-0E8B-30D2-C925-6301DEA92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DB2A-187C-49EA-BD88-848B079C6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635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31D4F-FC1F-AD93-AB0F-1B901B11A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F6A137-71DC-B96A-9E60-3FFAD11C0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114F21-AE65-D591-0625-FFDEDCDBE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570B12-F33A-5B21-CA93-A4C55F150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48CF-65CF-4EBA-809B-BEA15212FA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EC6328-EACC-C8AB-817E-FC0FCA7A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408CEF-AFAF-3D9B-E002-A77AEC38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DB2A-187C-49EA-BD88-848B079C6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98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3AB43-A473-3634-2EEB-F007B33C4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B14DAF-2E62-3752-3362-D4C3DDF73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70C42C-9C47-22F1-B846-5E3E9B3C2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41C313-EEA8-7545-DCA1-77989E1F1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3B8616-7127-B225-2A68-A8E9B0D6E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314680-0429-D4EE-B980-D5A5F16F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48CF-65CF-4EBA-809B-BEA15212FA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A44282-4F66-1FBF-CA42-2E2A07A95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1AB27F-049E-7E81-8904-F2CD1D65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DB2A-187C-49EA-BD88-848B079C6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716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E96BD-E773-5E65-F194-B8C93FB4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86F97D-DF6C-4FDD-9184-FA25ED810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48CF-65CF-4EBA-809B-BEA15212FA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B45F9D-AD5C-926E-779E-E322808B3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3A9499-E39F-72C7-7E18-A13BEF70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DB2A-187C-49EA-BD88-848B079C6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19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F899DD-4F10-A1D3-5C63-B5F9181E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48CF-65CF-4EBA-809B-BEA15212FA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3D68D1-B78E-EFDB-4524-4D8075234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8F896C-A6F6-433E-369E-F738BA2C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DB2A-187C-49EA-BD88-848B079C6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98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69937-3296-6C10-BA1D-9FAE8075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17C523-CF07-7C91-312F-6022333B9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000B50-98DC-A2F4-5B56-CC9B17F18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4FDEAB-1339-006B-8EF5-5F38E24B2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48CF-65CF-4EBA-809B-BEA15212FA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004E33-5180-6995-48D9-2160C5ED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4D4F43-2913-FEF3-095A-3D795D08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DB2A-187C-49EA-BD88-848B079C6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59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DEAE9-85F0-7711-08E5-5F1A131DC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615C81-EC6A-353C-4208-E243ACE222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8E6849-6B37-AE2A-4DA7-EDD05FDAC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8E0F07-94FD-00AA-14BD-BB32682C9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48CF-65CF-4EBA-809B-BEA15212FA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F3E7BC-D949-8FBE-31D7-D34A6502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B4534B-51FF-5AAB-8B50-E71E1B3AD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DB2A-187C-49EA-BD88-848B079C6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331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29BA6-10D3-91D7-44CB-7B99F6D76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42F6CF-F891-8B7E-3554-7736A5D88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CE936B-705C-248E-FB31-91E174078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48CF-65CF-4EBA-809B-BEA15212FA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0731D0-25FA-FD4A-DDA9-D7B6EE172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2F9283-AD97-E759-0D79-34FAC673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DB2A-187C-49EA-BD88-848B079C6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547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AEE0F7E-FDB0-4032-813D-DCEBBC306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8C3A4F-D72B-D5BC-5D0F-A901E5804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B30935-0184-3C97-D22E-6924783D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48CF-65CF-4EBA-809B-BEA15212FA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AD2710-66DF-F0A2-F763-9ABC080D4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2EB0A9-ACAC-230E-B518-0B20A1F5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DB2A-187C-49EA-BD88-848B079C6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79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1E86CE-8AB0-0487-9667-0F46E80CF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08319A-A982-1D48-6CD5-EFBDC0C56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89BD4E-FD8A-83B0-2061-93B4E99D2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1548CF-65CF-4EBA-809B-BEA15212FAB6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772467-F1C5-720E-61BD-2F5B5D2BF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131649-F730-2D66-DCD3-E8558C67B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7DB2A-187C-49EA-BD88-848B079C6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775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1260C-5CA1-C5A4-B75D-39FF4323F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783E39D-41F5-F081-4AEC-2AE31BF1B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30" y="889578"/>
            <a:ext cx="7668695" cy="23815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0AE9283-8E7F-EA1E-9661-2B5A5F054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32" y="3827352"/>
            <a:ext cx="5887272" cy="16004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371942-8BD5-01DB-8ED8-991A00F18DF5}"/>
              </a:ext>
            </a:extLst>
          </p:cNvPr>
          <p:cNvSpPr txBox="1"/>
          <p:nvPr/>
        </p:nvSpPr>
        <p:spPr>
          <a:xfrm>
            <a:off x="271604" y="153909"/>
            <a:ext cx="789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CMakeLists.txt </a:t>
            </a:r>
            <a:r>
              <a:rPr lang="ko-KR" altLang="en-US" dirty="0"/>
              <a:t>파일에서 </a:t>
            </a:r>
            <a:r>
              <a:rPr lang="en-US" altLang="ko-KR" dirty="0"/>
              <a:t>library</a:t>
            </a:r>
            <a:r>
              <a:rPr lang="ko-KR" altLang="en-US" dirty="0"/>
              <a:t> </a:t>
            </a:r>
            <a:r>
              <a:rPr lang="en-US" altLang="ko-KR" dirty="0"/>
              <a:t>folder</a:t>
            </a:r>
            <a:r>
              <a:rPr lang="ko-KR" altLang="en-US" dirty="0"/>
              <a:t>를 지정 해줘야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2767AC-CF36-49E3-00A0-2087D1320F7D}"/>
              </a:ext>
            </a:extLst>
          </p:cNvPr>
          <p:cNvSpPr txBox="1"/>
          <p:nvPr/>
        </p:nvSpPr>
        <p:spPr>
          <a:xfrm>
            <a:off x="5296277" y="1946495"/>
            <a:ext cx="5305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btc_dprx_syslib</a:t>
            </a:r>
            <a:r>
              <a:rPr lang="en-US" altLang="ko-KR" dirty="0"/>
              <a:t> </a:t>
            </a:r>
            <a:r>
              <a:rPr lang="ko-KR" altLang="en-US" dirty="0"/>
              <a:t>폴더는 </a:t>
            </a:r>
            <a:r>
              <a:rPr lang="en-US" altLang="ko-KR" dirty="0" err="1"/>
              <a:t>bitec</a:t>
            </a:r>
            <a:r>
              <a:rPr lang="ko-KR" altLang="en-US" dirty="0"/>
              <a:t>에서 제공받은 폴더</a:t>
            </a:r>
            <a:endParaRPr lang="en-US" altLang="ko-KR" dirty="0"/>
          </a:p>
          <a:p>
            <a:r>
              <a:rPr lang="ko-KR" altLang="en-US" dirty="0"/>
              <a:t>하위 폴더의 </a:t>
            </a:r>
            <a:r>
              <a:rPr lang="en-US" altLang="ko-KR" dirty="0"/>
              <a:t>CMakeLists.txt</a:t>
            </a:r>
            <a:r>
              <a:rPr lang="ko-KR" altLang="en-US" dirty="0"/>
              <a:t>가 있어야 인식됨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5BB4C9-FB7D-B9F7-4F3A-510E82B333D6}"/>
              </a:ext>
            </a:extLst>
          </p:cNvPr>
          <p:cNvSpPr txBox="1"/>
          <p:nvPr/>
        </p:nvSpPr>
        <p:spPr>
          <a:xfrm>
            <a:off x="2571595" y="3831414"/>
            <a:ext cx="530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App </a:t>
            </a:r>
            <a:r>
              <a:rPr lang="ko-KR" altLang="en-US" dirty="0"/>
              <a:t>폴더가 </a:t>
            </a:r>
            <a:r>
              <a:rPr lang="ko-KR" altLang="en-US" dirty="0" err="1"/>
              <a:t>현재폴더</a:t>
            </a:r>
            <a:r>
              <a:rPr lang="ko-KR" altLang="en-US" dirty="0"/>
              <a:t> 이므로 바로 </a:t>
            </a:r>
            <a:r>
              <a:rPr lang="ko-KR" altLang="en-US" dirty="0" err="1"/>
              <a:t>폴더명</a:t>
            </a:r>
            <a:r>
              <a:rPr lang="ko-KR" altLang="en-US" dirty="0"/>
              <a:t> 입력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51796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Hudson Park</dc:creator>
  <cp:lastModifiedBy>Hudson Park</cp:lastModifiedBy>
  <cp:revision>2</cp:revision>
  <dcterms:created xsi:type="dcterms:W3CDTF">2025-09-23T05:55:41Z</dcterms:created>
  <dcterms:modified xsi:type="dcterms:W3CDTF">2025-09-23T06:02:09Z</dcterms:modified>
</cp:coreProperties>
</file>